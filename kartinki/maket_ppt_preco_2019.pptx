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sldIdLst>
    <p:sldId id="269" r:id="rId2"/>
    <p:sldId id="282" r:id="rId3"/>
    <p:sldId id="283" r:id="rId4"/>
    <p:sldId id="281" r:id="rId5"/>
  </p:sldIdLst>
  <p:sldSz cx="9144000" cy="6858000" type="screen4x3"/>
  <p:notesSz cx="6761163" cy="99425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B88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8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FB1A5-4D95-45E5-ABE1-4C3AB0241B0D}" type="datetimeFigureOut">
              <a:rPr lang="ru-RU" smtClean="0"/>
              <a:pPr/>
              <a:t>21.02.2019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1243013"/>
            <a:ext cx="4475163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6275" y="4784725"/>
            <a:ext cx="5408613" cy="3914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4FE03-3E57-4CDA-8A40-D4B1A709705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62973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191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4962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0499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4516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6993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8844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9418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1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837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2327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618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44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4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0185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18C14-6D63-4E15-87B4-69C01A37979C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21.02.2019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7C9FB-5D05-4E0A-8CCB-32D4631238D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331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549259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23296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27149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/>
          <p:cNvSpPr>
            <a:spLocks noGrp="1"/>
          </p:cNvSpPr>
          <p:nvPr>
            <p:ph type="ctrTitle"/>
          </p:nvPr>
        </p:nvSpPr>
        <p:spPr>
          <a:xfrm>
            <a:off x="683568" y="3645024"/>
            <a:ext cx="7772400" cy="1470025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Спасибо за внимание!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xmlns="" val="309802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36083</TotalTime>
  <Words>4</Words>
  <Application>Microsoft Office PowerPoint</Application>
  <PresentationFormat>Экран (4:3)</PresentationFormat>
  <Paragraphs>1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Слайд 1</vt:lpstr>
      <vt:lpstr>Слайд 2</vt:lpstr>
      <vt:lpstr>Слайд 3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Выбор системы управления контингентом студентов</dc:title>
  <dc:creator>@HOME</dc:creator>
  <cp:lastModifiedBy>GolikovVV</cp:lastModifiedBy>
  <cp:revision>149</cp:revision>
  <cp:lastPrinted>2016-01-27T05:14:57Z</cp:lastPrinted>
  <dcterms:created xsi:type="dcterms:W3CDTF">2015-12-10T06:26:47Z</dcterms:created>
  <dcterms:modified xsi:type="dcterms:W3CDTF">2019-02-21T08:12:22Z</dcterms:modified>
</cp:coreProperties>
</file>